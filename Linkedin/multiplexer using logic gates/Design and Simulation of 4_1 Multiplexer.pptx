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1" r:id="rId3"/>
    <p:sldId id="258" r:id="rId4"/>
    <p:sldId id="259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600217-F6BC-445C-B18D-94A5746015F6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CD8CC8-185A-4BD7-83A4-E84E3938B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336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CD8CC8-185A-4BD7-83A4-E84E3938BEE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2308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0FA69-6FA7-D129-494D-B0789D60B3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1C4A0-ECB3-6F6C-332D-9F896AF180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785D7-070F-B642-6CF9-95EC0A01A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291BF-E17C-B158-AADE-5E7C23CE1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108DE-CBCB-C0FB-4F56-AA4837442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448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D7F4F-EBB2-AE84-7A6C-B5A3852E2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98267-0057-4E78-4EB3-E6FC5C923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16B1C-2C72-C693-5548-B472C2C7B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49207-5050-03BE-63B0-2D8C24EFF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3315F-248D-F08C-D401-91B91687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367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9F010-08E3-7A33-BDAC-61AEB528D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79F5B-012F-FED8-9796-F011FE609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3A501-C70A-69A1-E15C-39D4A2494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9080A-2FE4-C11F-81E8-EF0534CF0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A3BF7-2800-DE2F-F4A2-D73A8F6E4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671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21639-CCBC-2BDB-1C5A-806C09218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37BA3-97BE-AF11-6D60-038D9B68CE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97AF1E-FA28-D38F-2634-D44BEAF9F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D5126-D7AB-ED3C-5B13-F8EF7D7F7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39567-0304-BB6F-D189-F4F316235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EAF9A-10C5-93D7-73E0-0778897FB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325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58B37-9651-26E4-2E1D-9A366C285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3074AE-4BCB-6DE2-54F1-1398DD118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76AB06-A7FF-A522-A5F5-82F2DB8EDA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395888-104C-9E82-7EC3-FC71C6457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57B1F5-5332-1498-94E7-CDBAC12162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51B73E-96F7-7B92-8C7F-EC5B3823D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7336FD-7BF0-FF02-EB6F-F671C13DF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EB02C2-63CF-4B0A-B9DB-D6621740C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458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307C4-1998-E750-CFFA-1B78FB918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F0CAF6-750A-8E2B-BFDA-96335574A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FA1F1B-8379-2D33-198C-D461A039A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547051-1B07-105E-5211-418D82B46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671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6ACE27-9B59-53FE-189D-573E624FF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612D60-DD04-C72F-50F3-090E7BDD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0D25C-296B-6D6E-F80C-C1D1A338F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712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1CA60-7E1C-6D78-F8A1-3788677B5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23317-4F6A-4F04-B81C-B9B07E8E9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A8A8C4-A8B1-1E00-70FD-75A2A7BBFC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0E585E-3C6E-104E-30E1-2E34AA92A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836FA-7F41-3255-E41A-6ABC20843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67A996-EE06-03F4-E621-69F711048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769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680BD-79BC-55DD-B16E-8E862AE82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348283-C7BE-D2A9-CB14-67901F7596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B81D33-D3DC-E3D1-6DBA-781C09B4B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50721-5C41-2D0B-63B6-373E64193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BBCA0D-EA56-B819-9835-076F3E4EC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FD84E8-8629-412A-6086-7B18B5253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190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B1D79-A4A3-A014-811B-120165E60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CF7407-7F3B-5465-A397-97B184C40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20148-A99D-C9D1-0EC5-42F465071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2699B-727E-5176-05BA-DC24A2CC7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1286F-2176-906F-F97D-997F151C0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364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4909CF-E2DE-CC60-49CF-5511C94BD7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99DB71-5540-506C-DFCB-DB11EE7E6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D5604-9FA5-FD93-3D84-BA49EA92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27F70-254A-C7AC-421A-3BA501557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B064D-95E2-C5D0-156B-4FB767557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312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0E5BE4-BBA4-192E-DB46-FA4828B2B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B1957-D38D-B8F8-A00C-C213342D9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A4BD9-9DFD-8C01-56E7-598E2914BF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F96AC4-2F9B-49C2-972D-E4339E41C08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5B52D-212A-FADA-03AD-68836534C5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D7338-13DB-7129-7F1C-5257BE4D2C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657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9E52F-4A21-CEB7-A177-956F317FDB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8413" y="1360612"/>
            <a:ext cx="8706465" cy="2644876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Simulation of a Multiplexers by Logic Gates  using Verilog HDL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7342D4C-7D63-DAAD-908C-0C89F2C1E5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39"/>
          <a:stretch>
            <a:fillRect/>
          </a:stretch>
        </p:blipFill>
        <p:spPr bwMode="auto">
          <a:xfrm>
            <a:off x="8779592" y="3929143"/>
            <a:ext cx="3215763" cy="1960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108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B8DA0F-038D-4450-7E48-2C987322BE2E}"/>
              </a:ext>
            </a:extLst>
          </p:cNvPr>
          <p:cNvSpPr txBox="1"/>
          <p:nvPr/>
        </p:nvSpPr>
        <p:spPr>
          <a:xfrm>
            <a:off x="324464" y="422787"/>
            <a:ext cx="1148652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Multiplexer (MUX) is a </a:t>
            </a:r>
            <a:r>
              <a:rPr lang="en-US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combinational circuit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selects one input from multiple inputs and forwards it to a single output line.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25F099-3B86-0549-00A4-8A93DE6CF747}"/>
              </a:ext>
            </a:extLst>
          </p:cNvPr>
          <p:cNvSpPr txBox="1"/>
          <p:nvPr/>
        </p:nvSpPr>
        <p:spPr>
          <a:xfrm>
            <a:off x="381014" y="2110343"/>
            <a:ext cx="11429971" cy="2241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Let us, Design a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4:1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Multiplexer Using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Logic Gates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Inputs: I₀, I₁, I₂, I₃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Select lines: S₁, S₀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Output: Y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C4178E0-24A6-870F-9D70-53CF0C2494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611700"/>
              </p:ext>
            </p:extLst>
          </p:nvPr>
        </p:nvGraphicFramePr>
        <p:xfrm>
          <a:off x="3290528" y="4427573"/>
          <a:ext cx="492923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974">
                  <a:extLst>
                    <a:ext uri="{9D8B030D-6E8A-4147-A177-3AD203B41FA5}">
                      <a16:colId xmlns:a16="http://schemas.microsoft.com/office/drawing/2014/main" val="2774150060"/>
                    </a:ext>
                  </a:extLst>
                </a:gridCol>
                <a:gridCol w="1986116">
                  <a:extLst>
                    <a:ext uri="{9D8B030D-6E8A-4147-A177-3AD203B41FA5}">
                      <a16:colId xmlns:a16="http://schemas.microsoft.com/office/drawing/2014/main" val="2810124265"/>
                    </a:ext>
                  </a:extLst>
                </a:gridCol>
                <a:gridCol w="1691149">
                  <a:extLst>
                    <a:ext uri="{9D8B030D-6E8A-4147-A177-3AD203B41FA5}">
                      <a16:colId xmlns:a16="http://schemas.microsoft.com/office/drawing/2014/main" val="2340230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5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755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6985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329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163806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0DBB2381-7C35-C9F3-AABE-AA299A0150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389" t="21535" r="32036" b="8303"/>
          <a:stretch>
            <a:fillRect/>
          </a:stretch>
        </p:blipFill>
        <p:spPr>
          <a:xfrm>
            <a:off x="8219767" y="2110343"/>
            <a:ext cx="3295901" cy="248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529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081C3C0-2AE7-779F-F703-F4A0BBC89C84}"/>
              </a:ext>
            </a:extLst>
          </p:cNvPr>
          <p:cNvSpPr txBox="1"/>
          <p:nvPr/>
        </p:nvSpPr>
        <p:spPr>
          <a:xfrm>
            <a:off x="5230761" y="-85892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91A93F-685B-7941-2751-8FEC20367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0438"/>
            <a:ext cx="12192000" cy="629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397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05C575-3BEF-7605-E213-ABE495DD4C59}"/>
              </a:ext>
            </a:extLst>
          </p:cNvPr>
          <p:cNvSpPr txBox="1"/>
          <p:nvPr/>
        </p:nvSpPr>
        <p:spPr>
          <a:xfrm>
            <a:off x="4911213" y="9832"/>
            <a:ext cx="2605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Testbench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515318-A5A0-01E4-D5E6-750F4EEE4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162"/>
            <a:ext cx="12192000" cy="619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23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0A60F7-2FA6-9685-13ED-6D79453AF6BC}"/>
              </a:ext>
            </a:extLst>
          </p:cNvPr>
          <p:cNvSpPr txBox="1"/>
          <p:nvPr/>
        </p:nvSpPr>
        <p:spPr>
          <a:xfrm>
            <a:off x="4984953" y="-36731"/>
            <a:ext cx="2526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Waveform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88236E-B942-2250-7E15-76987DF5B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8426"/>
            <a:ext cx="12192000" cy="6179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163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160</TotalTime>
  <Words>91</Words>
  <Application>Microsoft Office PowerPoint</Application>
  <PresentationFormat>Widescreen</PresentationFormat>
  <Paragraphs>27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Wingdings</vt:lpstr>
      <vt:lpstr>Office Theme</vt:lpstr>
      <vt:lpstr>Design and Simulation of a Multiplexers by Logic Gates  using Verilog HDL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Nisanth s</dc:creator>
  <cp:lastModifiedBy>Nisanth s</cp:lastModifiedBy>
  <cp:revision>8</cp:revision>
  <dcterms:created xsi:type="dcterms:W3CDTF">2026-02-22T06:15:25Z</dcterms:created>
  <dcterms:modified xsi:type="dcterms:W3CDTF">2026-03-02T18:28:47Z</dcterms:modified>
</cp:coreProperties>
</file>