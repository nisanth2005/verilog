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3D99-3A8D-E967-8AC7-A39204F36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99F11-A897-9612-5324-4294A562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EA7E-830F-FC5D-8703-CCBAF917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C7F5-3B54-F8E6-EC4F-7A733F06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FC26C-49C9-2455-954D-5FE9424C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E5CA-953A-C5B8-AF95-629D3E13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2540-CFD4-D14B-F611-68E613042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6365-5DD4-8AE7-0307-5408EBFC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7FE9E-C861-8456-E7D1-49957F8C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4531D-49DD-7459-5EA1-47F7369D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59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72B7-2BA0-53ED-6564-D7AB8135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BC33-1F04-3824-C688-E63D14203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642C-5750-63C5-D170-DA12AE77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BE7D-91B5-E00B-E9F8-D87E7BD4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FDAFE-0C72-D66B-D3CB-4EB1CBE4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8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6DD2-4B21-1C92-3553-FDFDCC0B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06EC-E3AA-FCCF-AD9B-67B226D6F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63927-6A5D-AEFE-5C93-659B09359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32A4-0CF6-5BE8-5E0C-10DED15A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C161B-6860-B2E8-3C84-F42B0012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EFF65-7C5B-F43C-DAD7-A54BFEAD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8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1C0D-9217-57FC-744B-84E0B06B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3C012-B352-EC78-DF2A-82A0B805D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12AB-D8E8-FD5F-CA23-D0327662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0D01-73C0-0138-3DA6-FC9A38630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E1F5F-D310-FA2E-6DDC-4204CFA75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8B11A-EE37-73E4-10D6-AF5C5D5A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56A17-0662-E2F8-D717-D41D8285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3F5DF2-943A-FED9-2D74-F8D9BB45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1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10BB-DE46-2998-1F4A-599F9A13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B02F1-F44C-6FD1-C987-ACDA13A6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6DAF1-D9CF-6462-0205-F6DDC32A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D4EB3-23B7-81A7-D7B5-238DAC7D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BDDA8-CB5C-136B-A935-986C2080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2864F-27DA-E602-D777-C4DBD59C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53ABF-8E91-072E-A8E7-C1956FB1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6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6722-ACEC-351E-112F-1DE6C9E5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F414E-6D46-5512-9BF4-AC51A039A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A17E9-6D24-7005-5BF1-9E2FA1DD5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B1719-29BE-10DF-0724-FCE79B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BB901-CB8D-A53B-CA1E-450E73D7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E7C6-EB17-AF0A-2BE7-9CBE3974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0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C06A-F5A7-44A1-6267-D673B903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C7206-9733-1C94-0F7E-F308D796A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FADC8-0C65-8871-0D79-ECB6EAEC5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749E2-80EB-646C-B416-447BC4B7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42301-1CFC-E798-6478-2432F69E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E8883-20B2-8676-29B8-E4C7C62D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1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E000-839F-B8C6-29A1-A8F83546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47EF0-567A-D910-79FF-16CFA2453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2E15E-E42B-84AE-E4B7-645E46EF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ECAC-9A3E-6D02-DD4B-AE7D925EA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D098-8909-5634-0C60-47285069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6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ED8DF-8B6B-3A7A-8C68-8382CBFD3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4F8CCB-FEE1-87EE-19AE-5DFDE5E36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34DCE-A5F3-3D69-E601-80618491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A919-A1BB-DB6E-CFD6-E00BF5D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C2283-5681-3067-C874-028A8652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4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C3711-70DB-67E9-8E57-251E607B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DD62D-7B02-0551-A9AE-4D184585D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9DCE0-B6C1-5BBE-E614-0E40BD260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F9EB6-FBA5-4BB3-9204-4D130E6A4C6C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1CECC-B7C0-2C33-0D9F-F83B7A98F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39A7-DCC5-09B5-C0D8-7AC852CBC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35F15-31D0-42E1-AEA4-3D8C7F2DE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556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63CC-505F-97ED-029B-0B9D4B58A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a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4-bit Magnitude Comparator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Verilog HDL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60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BE8F-F4D7-4A47-4154-97F43A87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Magnitude Comparator 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626C-17AE-AF91-2865-8DD5AF70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19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Combinational Circuit.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compares two binary numbers and tells us which one is Greater, Smaller, or equal (&gt;, &lt;, =).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for, example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a=01,b=00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a&gt;b output= 1(True)</a:t>
            </a:r>
          </a:p>
        </p:txBody>
      </p:sp>
    </p:spTree>
    <p:extLst>
      <p:ext uri="{BB962C8B-B14F-4D97-AF65-F5344CB8AC3E}">
        <p14:creationId xmlns:p14="http://schemas.microsoft.com/office/powerpoint/2010/main" val="396753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816E3-84B4-A942-A7EB-82A074A5EDA4}"/>
              </a:ext>
            </a:extLst>
          </p:cNvPr>
          <p:cNvSpPr txBox="1"/>
          <p:nvPr/>
        </p:nvSpPr>
        <p:spPr>
          <a:xfrm>
            <a:off x="4060722" y="216308"/>
            <a:ext cx="5093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727ED-DBD4-2404-CC60-C3096B2B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40" y="985434"/>
            <a:ext cx="10314038" cy="55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6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C8E00-3206-0C8E-E814-2F6F9B2F7AF7}"/>
              </a:ext>
            </a:extLst>
          </p:cNvPr>
          <p:cNvSpPr txBox="1"/>
          <p:nvPr/>
        </p:nvSpPr>
        <p:spPr>
          <a:xfrm>
            <a:off x="4591663" y="383457"/>
            <a:ext cx="5093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Waveform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EF504-4AE2-1064-20AD-91A5376ED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1595249"/>
            <a:ext cx="11739716" cy="31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71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Wingdings</vt:lpstr>
      <vt:lpstr>Office Theme</vt:lpstr>
      <vt:lpstr>Design and Simulation of a  4-bit Magnitude Comparator using Verilog HDL</vt:lpstr>
      <vt:lpstr>What is a Magnitude Comparator 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1</cp:revision>
  <dcterms:created xsi:type="dcterms:W3CDTF">2026-02-20T18:41:40Z</dcterms:created>
  <dcterms:modified xsi:type="dcterms:W3CDTF">2026-02-20T18:42:11Z</dcterms:modified>
</cp:coreProperties>
</file>