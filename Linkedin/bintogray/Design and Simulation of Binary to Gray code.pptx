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FA69-6FA7-D129-494D-B0789D60B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4A0-ECB3-6F6C-332D-9F896AF1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785D7-070F-B642-6CF9-95EC0A01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291BF-E17C-B158-AADE-5E7C23CE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108DE-CBCB-C0FB-4F56-AA483744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44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7F4F-EBB2-AE84-7A6C-B5A3852E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8267-0057-4E78-4EB3-E6FC5C923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16B1C-2C72-C693-5548-B472C2C7B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9207-5050-03BE-63B0-2D8C24EF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3315F-248D-F08C-D401-91B91687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6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F010-08E3-7A33-BDAC-61AEB528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79F5B-012F-FED8-9796-F011FE60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A501-C70A-69A1-E15C-39D4A249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9080A-2FE4-C11F-81E8-EF0534CF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3BF7-2800-DE2F-F4A2-D73A8F6E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7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1639-CCBC-2BDB-1C5A-806C0921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7BA3-97BE-AF11-6D60-038D9B68C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7AF1E-FA28-D38F-2634-D44BEAF9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D5126-D7AB-ED3C-5B13-F8EF7D7F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39567-0304-BB6F-D189-F4F31623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EAF9A-10C5-93D7-73E0-0778897F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2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8B37-9651-26E4-2E1D-9A366C28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074AE-4BCB-6DE2-54F1-1398DD118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6AB06-A7FF-A522-A5F5-82F2DB8ED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95888-104C-9E82-7EC3-FC71C6457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7B1F5-5332-1498-94E7-CDBAC1216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1B73E-96F7-7B92-8C7F-EC5B3823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336FD-7BF0-FF02-EB6F-F671C13D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B02C2-63CF-4B0A-B9DB-D6621740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5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07C4-1998-E750-CFFA-1B78FB91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0CAF6-750A-8E2B-BFDA-96335574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A1F1B-8379-2D33-198C-D461A039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47051-1B07-105E-5211-418D82B4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7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ACE27-9B59-53FE-189D-573E624F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12D60-DD04-C72F-50F3-090E7BDD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0D25C-296B-6D6E-F80C-C1D1A338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71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CA60-7E1C-6D78-F8A1-3788677B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23317-4F6A-4F04-B81C-B9B07E8E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8A8C4-A8B1-1E00-70FD-75A2A7BBF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E585E-3C6E-104E-30E1-2E34AA92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836FA-7F41-3255-E41A-6ABC2084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7A996-EE06-03F4-E621-69F71104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6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80BD-79BC-55DD-B16E-8E862AE8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48283-C7BE-D2A9-CB14-67901F759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81D33-D3DC-E3D1-6DBA-781C09B4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50721-5C41-2D0B-63B6-373E6419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BCA0D-EA56-B819-9835-076F3E4E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D84E8-8629-412A-6086-7B18B525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9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1D79-A4A3-A014-811B-120165E6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F7407-7F3B-5465-A397-97B184C40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20148-A99D-C9D1-0EC5-42F46507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2699B-727E-5176-05BA-DC24A2CC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1286F-2176-906F-F97D-997F151C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36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4909CF-E2DE-CC60-49CF-5511C94BD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9DB71-5540-506C-DFCB-DB11EE7E6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D5604-9FA5-FD93-3D84-BA49EA92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27F70-254A-C7AC-421A-3BA50155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B064D-95E2-C5D0-156B-4FB76755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1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E5BE4-BBA4-192E-DB46-FA4828B2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B1957-D38D-B8F8-A00C-C213342D9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A4BD9-9DFD-8C01-56E7-598E2914B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96AC4-2F9B-49C2-972D-E4339E41C08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5B52D-212A-FADA-03AD-68836534C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D7338-13DB-7129-7F1C-5257BE4D2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5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E52F-4A21-CEB7-A177-956F317FD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149" y="1848465"/>
            <a:ext cx="9114503" cy="2379406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Simulation of Binary to Gray code Conversion 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Verilog HDL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08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B13C8-E22A-B688-249F-9D867CA72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35" y="467359"/>
            <a:ext cx="4365523" cy="5923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540466-5048-C206-C1A7-8EB21CB4A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10"/>
          <a:stretch>
            <a:fillRect/>
          </a:stretch>
        </p:blipFill>
        <p:spPr>
          <a:xfrm>
            <a:off x="6287989" y="467359"/>
            <a:ext cx="4753637" cy="592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69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2BA5D0-779B-AA80-2272-E12EDD035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3" y="969086"/>
            <a:ext cx="10392697" cy="55456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81C3C0-2AE7-779F-F703-F4A0BBC89C84}"/>
              </a:ext>
            </a:extLst>
          </p:cNvPr>
          <p:cNvSpPr txBox="1"/>
          <p:nvPr/>
        </p:nvSpPr>
        <p:spPr>
          <a:xfrm>
            <a:off x="4965291" y="146608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39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68913-C8DD-CF6F-A462-4BAF4BB68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1" y="862175"/>
            <a:ext cx="10668000" cy="56680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05C575-3BEF-7605-E213-ABE495DD4C59}"/>
              </a:ext>
            </a:extLst>
          </p:cNvPr>
          <p:cNvSpPr txBox="1"/>
          <p:nvPr/>
        </p:nvSpPr>
        <p:spPr>
          <a:xfrm>
            <a:off x="4483510" y="87615"/>
            <a:ext cx="260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2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E83ED-B3C4-76EE-3138-324B9870D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975868"/>
            <a:ext cx="11739716" cy="5290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8129B4-4AAF-19D5-D331-70A55867228B}"/>
              </a:ext>
            </a:extLst>
          </p:cNvPr>
          <p:cNvSpPr txBox="1"/>
          <p:nvPr/>
        </p:nvSpPr>
        <p:spPr>
          <a:xfrm>
            <a:off x="4719484" y="268485"/>
            <a:ext cx="289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42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Design and Simulation of Binary to Gray code Conversion  using Verilog HDL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Nisanth s</dc:creator>
  <cp:lastModifiedBy>Nisanth s</cp:lastModifiedBy>
  <cp:revision>1</cp:revision>
  <dcterms:created xsi:type="dcterms:W3CDTF">2026-02-22T06:15:25Z</dcterms:created>
  <dcterms:modified xsi:type="dcterms:W3CDTF">2026-02-22T06:15:30Z</dcterms:modified>
</cp:coreProperties>
</file>