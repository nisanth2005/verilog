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00217-F6BC-445C-B18D-94A5746015F6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D8CC8-185A-4BD7-83A4-E84E3938B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336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CD8CC8-185A-4BD7-83A4-E84E3938BEE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308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FA69-6FA7-D129-494D-B0789D60B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4A0-ECB3-6F6C-332D-9F896AF1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785D7-070F-B642-6CF9-95EC0A01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291BF-E17C-B158-AADE-5E7C23CE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108DE-CBCB-C0FB-4F56-AA483744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44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7F4F-EBB2-AE84-7A6C-B5A3852E2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98267-0057-4E78-4EB3-E6FC5C923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16B1C-2C72-C693-5548-B472C2C7B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9207-5050-03BE-63B0-2D8C24EFF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3315F-248D-F08C-D401-91B91687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367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F010-08E3-7A33-BDAC-61AEB528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79F5B-012F-FED8-9796-F011FE60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3A501-C70A-69A1-E15C-39D4A249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9080A-2FE4-C11F-81E8-EF0534CF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A3BF7-2800-DE2F-F4A2-D73A8F6E4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671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1639-CCBC-2BDB-1C5A-806C09218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37BA3-97BE-AF11-6D60-038D9B68C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7AF1E-FA28-D38F-2634-D44BEAF9F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D5126-D7AB-ED3C-5B13-F8EF7D7F7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39567-0304-BB6F-D189-F4F316235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EAF9A-10C5-93D7-73E0-0778897F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325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8B37-9651-26E4-2E1D-9A366C285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074AE-4BCB-6DE2-54F1-1398DD118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6AB06-A7FF-A522-A5F5-82F2DB8ED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95888-104C-9E82-7EC3-FC71C6457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7B1F5-5332-1498-94E7-CDBAC1216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1B73E-96F7-7B92-8C7F-EC5B3823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7336FD-7BF0-FF02-EB6F-F671C13DF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EB02C2-63CF-4B0A-B9DB-D6621740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58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307C4-1998-E750-CFFA-1B78FB918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0CAF6-750A-8E2B-BFDA-96335574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A1F1B-8379-2D33-198C-D461A039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47051-1B07-105E-5211-418D82B4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67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6ACE27-9B59-53FE-189D-573E624F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612D60-DD04-C72F-50F3-090E7BDD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0D25C-296B-6D6E-F80C-C1D1A338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71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CA60-7E1C-6D78-F8A1-3788677B5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23317-4F6A-4F04-B81C-B9B07E8E9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8A8C4-A8B1-1E00-70FD-75A2A7BBF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E585E-3C6E-104E-30E1-2E34AA92A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B836FA-7F41-3255-E41A-6ABC20843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7A996-EE06-03F4-E621-69F71104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76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80BD-79BC-55DD-B16E-8E862AE82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348283-C7BE-D2A9-CB14-67901F7596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81D33-D3DC-E3D1-6DBA-781C09B4B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50721-5C41-2D0B-63B6-373E6419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BCA0D-EA56-B819-9835-076F3E4E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D84E8-8629-412A-6086-7B18B525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9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B1D79-A4A3-A014-811B-120165E60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F7407-7F3B-5465-A397-97B184C40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20148-A99D-C9D1-0EC5-42F46507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2699B-727E-5176-05BA-DC24A2CC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1286F-2176-906F-F97D-997F151C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364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4909CF-E2DE-CC60-49CF-5511C94BD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9DB71-5540-506C-DFCB-DB11EE7E6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D5604-9FA5-FD93-3D84-BA49EA92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27F70-254A-C7AC-421A-3BA50155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B064D-95E2-C5D0-156B-4FB76755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31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E5BE4-BBA4-192E-DB46-FA4828B2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B1957-D38D-B8F8-A00C-C213342D9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A4BD9-9DFD-8C01-56E7-598E2914BF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96AC4-2F9B-49C2-972D-E4339E41C080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5B52D-212A-FADA-03AD-68836534C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D7338-13DB-7129-7F1C-5257BE4D2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C88D11-667F-4E40-9B25-4739FD21AE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5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E52F-4A21-CEB7-A177-956F317FDB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543665"/>
            <a:ext cx="9114503" cy="2379406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Simulation of a 4-bit binary adder using Verilog HDL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Bit Binary Parallel Adder and Subtractor">
            <a:extLst>
              <a:ext uri="{FF2B5EF4-FFF2-40B4-BE49-F238E27FC236}">
                <a16:creationId xmlns:a16="http://schemas.microsoft.com/office/drawing/2014/main" id="{6B30AB03-2AF5-ACFA-35AB-E7A9BFB8E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870" y="4261824"/>
            <a:ext cx="4693982" cy="1848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08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D58331-1F0F-DC33-A0A1-5750B4A91842}"/>
              </a:ext>
            </a:extLst>
          </p:cNvPr>
          <p:cNvSpPr txBox="1"/>
          <p:nvPr/>
        </p:nvSpPr>
        <p:spPr>
          <a:xfrm>
            <a:off x="496528" y="906087"/>
            <a:ext cx="11198944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4-bit binary adder is  that 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 4-bit binary numbers.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made using 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full adders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each full adder adds one bit at a time.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carry output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one full adder is passed to the 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next full adder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all bits are added correctly.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adder is also called a 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ripple-carry adder.</a:t>
            </a:r>
            <a:endParaRPr lang="en-IN" sz="20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A13AE-C19A-38DE-3851-A74798A6806E}"/>
              </a:ext>
            </a:extLst>
          </p:cNvPr>
          <p:cNvSpPr txBox="1"/>
          <p:nvPr/>
        </p:nvSpPr>
        <p:spPr>
          <a:xfrm>
            <a:off x="265470" y="517273"/>
            <a:ext cx="6096000" cy="402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buNone/>
            </a:pPr>
            <a:r>
              <a:rPr lang="en-IN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4-bit Binary Adder?</a:t>
            </a:r>
          </a:p>
        </p:txBody>
      </p:sp>
      <p:pic>
        <p:nvPicPr>
          <p:cNvPr id="2050" name="Picture 2" descr="Bit Binary Parallel Adder and Subtractor">
            <a:extLst>
              <a:ext uri="{FF2B5EF4-FFF2-40B4-BE49-F238E27FC236}">
                <a16:creationId xmlns:a16="http://schemas.microsoft.com/office/drawing/2014/main" id="{295A7AD9-02EA-A04F-F791-1B0949F96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431" y="2980713"/>
            <a:ext cx="6788252" cy="2673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009D67-9CD1-8E17-F3DC-F5D1D20141AA}"/>
              </a:ext>
            </a:extLst>
          </p:cNvPr>
          <p:cNvSpPr txBox="1"/>
          <p:nvPr/>
        </p:nvSpPr>
        <p:spPr>
          <a:xfrm>
            <a:off x="496528" y="2789744"/>
            <a:ext cx="4749904" cy="359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Four full adders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(FA1, FA2, FA3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FA4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are connected in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Each full adder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bit of inputs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(A1, A2, A3, A4) and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(B1, B2, B3, B4). 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carry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(C1, C2, C3, C4) output from one adder goes to the next adder. Finally, the circuit produces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 sum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(S1, S2, S3, S4) bits and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one final carry C5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52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81C3C0-2AE7-779F-F703-F4A0BBC89C84}"/>
              </a:ext>
            </a:extLst>
          </p:cNvPr>
          <p:cNvSpPr txBox="1"/>
          <p:nvPr/>
        </p:nvSpPr>
        <p:spPr>
          <a:xfrm>
            <a:off x="5014452" y="-85892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EF2F6D-4BDD-BF89-1A1A-A1A53FC4D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0438"/>
            <a:ext cx="12192000" cy="629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97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5C575-3BEF-7605-E213-ABE495DD4C59}"/>
              </a:ext>
            </a:extLst>
          </p:cNvPr>
          <p:cNvSpPr txBox="1"/>
          <p:nvPr/>
        </p:nvSpPr>
        <p:spPr>
          <a:xfrm>
            <a:off x="4911213" y="9832"/>
            <a:ext cx="2605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Testbench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DB6D8E-06FE-7EA9-51AA-CF9D75ADE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5572"/>
            <a:ext cx="12192000" cy="624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23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8129B4-4AAF-19D5-D331-70A55867228B}"/>
              </a:ext>
            </a:extLst>
          </p:cNvPr>
          <p:cNvSpPr txBox="1"/>
          <p:nvPr/>
        </p:nvSpPr>
        <p:spPr>
          <a:xfrm>
            <a:off x="4650658" y="-54680"/>
            <a:ext cx="289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Waveform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6F40BB-2512-D2E6-09EA-E9E44A6B5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376"/>
            <a:ext cx="12192000" cy="629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24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178</Words>
  <Application>Microsoft Office PowerPoint</Application>
  <PresentationFormat>Widescreen</PresentationFormat>
  <Paragraphs>12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Design and Simulation of a 4-bit binary adder using Verilog HDL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Nisanth s</dc:creator>
  <cp:lastModifiedBy>Nisanth s</cp:lastModifiedBy>
  <cp:revision>4</cp:revision>
  <dcterms:created xsi:type="dcterms:W3CDTF">2026-02-22T06:15:25Z</dcterms:created>
  <dcterms:modified xsi:type="dcterms:W3CDTF">2026-02-23T19:26:42Z</dcterms:modified>
</cp:coreProperties>
</file>